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linkedin.com/in/reshekumar-vijayakumar-008530326/" TargetMode="External"/><Relationship Id="rId14" Type="http://schemas.openxmlformats.org/officeDocument/2006/relationships/hyperlink" Target="mailto:vrk1711@gmail.com" TargetMode="External"/><Relationship Id="rId15" Type="http://schemas.openxmlformats.org/officeDocument/2006/relationships/hyperlink" Target="https://vrk1711-portfolio.web.app/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6" Type="http://schemas.openxmlformats.org/officeDocument/2006/relationships/slideLayout" Target="../slideLayouts/slideLayout11.xml"/><Relationship Id="rId1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Optislot: Advanced Parking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smart solution for efficient urban transport.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 Reshekumar V, KPR Institute of Engineering and Technology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8206"/>
            <a:ext cx="67878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Parking Predicament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000613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96454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Inefficiency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525923"/>
            <a:ext cx="415861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Wasted search time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Traffic congestion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Fuel waste &amp; pollution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000613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96454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High Investment</a:t>
            </a:r>
            <a:endParaRPr lang="en-US" sz="2650" dirty="0"/>
          </a:p>
        </p:txBody>
      </p:sp>
      <p:sp>
        <p:nvSpPr>
          <p:cNvPr id="8" name="Text 4"/>
          <p:cNvSpPr/>
          <p:nvPr/>
        </p:nvSpPr>
        <p:spPr>
          <a:xfrm>
            <a:off x="5235893" y="4525923"/>
            <a:ext cx="4158615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Physical sensors per spot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Costly setup for municipalities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000613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96454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Maintenance</a:t>
            </a:r>
            <a:endParaRPr lang="en-US" sz="2650" dirty="0"/>
          </a:p>
        </p:txBody>
      </p:sp>
      <p:sp>
        <p:nvSpPr>
          <p:cNvPr id="11" name="Text 6"/>
          <p:cNvSpPr/>
          <p:nvPr/>
        </p:nvSpPr>
        <p:spPr>
          <a:xfrm>
            <a:off x="9677995" y="4525923"/>
            <a:ext cx="4158615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Scattered hardware issues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Increased complexity &amp; costs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60283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Addressing these issues cuts infrastructure costs, eases traffic, and lowers carbon emissions in urban areas.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8134"/>
            <a:ext cx="90183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Existing Scenario: The Status Quo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9388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Current Methods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145994"/>
            <a:ext cx="6244709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Individual parking spot sensors: Limited data from entry gates.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guidance: Inefficient and prone to human error.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49388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Drawbacks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4145994"/>
            <a:ext cx="6244709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Expense: Significant installation and wiring costs.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Limited Scalability: Extensive physical construction needed for expansion.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484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These traditional hardware-reliant methods lack modern software efficiency.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05582"/>
            <a:ext cx="70237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Optislot: Software Parking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7545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single entry camera manages all parking, removing individual sensors.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37257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727621"/>
            <a:ext cx="4196358" cy="30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790" y="5901928"/>
            <a:ext cx="413373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License Plate Recognition</a:t>
            </a:r>
            <a:endParaRPr lang="en-US" sz="2650" dirty="0"/>
          </a:p>
        </p:txBody>
      </p:sp>
      <p:sp>
        <p:nvSpPr>
          <p:cNvPr id="8" name="Text 4"/>
          <p:cNvSpPr/>
          <p:nvPr/>
        </p:nvSpPr>
        <p:spPr>
          <a:xfrm>
            <a:off x="793790" y="6463308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Entrance camera reads license plates.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5216962" y="537257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5727621"/>
            <a:ext cx="4196358" cy="30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16962" y="5901928"/>
            <a:ext cx="340304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 Slot Allocation</a:t>
            </a:r>
            <a:endParaRPr lang="en-US" sz="2650" dirty="0"/>
          </a:p>
        </p:txBody>
      </p:sp>
      <p:sp>
        <p:nvSpPr>
          <p:cNvPr id="12" name="Text 7"/>
          <p:cNvSpPr/>
          <p:nvPr/>
        </p:nvSpPr>
        <p:spPr>
          <a:xfrm>
            <a:off x="5216962" y="646330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Algorithm assigns best spots based on real-time availability and preferences.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9640133" y="537257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133" y="5727621"/>
            <a:ext cx="4196358" cy="30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40133" y="59019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Cloud Management</a:t>
            </a:r>
            <a:endParaRPr lang="en-US" sz="2650" dirty="0"/>
          </a:p>
        </p:txBody>
      </p:sp>
      <p:sp>
        <p:nvSpPr>
          <p:cNvPr id="16" name="Text 10"/>
          <p:cNvSpPr/>
          <p:nvPr/>
        </p:nvSpPr>
        <p:spPr>
          <a:xfrm>
            <a:off x="9640133" y="646330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Centralized cloud ensures real-time availability and access.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9734"/>
            <a:ext cx="650295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Architecture: How it Works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448157"/>
            <a:ext cx="9129951" cy="2912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485561"/>
            <a:ext cx="13042821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Identifies incoming vehicles.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Processes information instantly, registers in central cloud.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 QR code guides drivers to assigned parking spot.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5377815"/>
            <a:ext cx="354306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Autonomous ParkingAgent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031915" y="5967174"/>
            <a:ext cx="128046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system is driven by an autonomous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ParkingAgent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operating on a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Perceive-Decide-Act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cycle: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31915" y="6308169"/>
            <a:ext cx="12804696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Perceives: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Processes live camera feeds (YOLOv8, EasyOCR) to identify vehicles.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Decides: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Determines optimal response based on real-time slot availability and rules.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Acts: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Updates database, reserves slots, grants entry, or triggers alerts.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31915" y="7158752"/>
            <a:ext cx="128046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creates a self-managing infrastructure, reducing manual oversight.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3790" y="5842159"/>
            <a:ext cx="22860" cy="1657588"/>
          </a:xfrm>
          <a:prstGeom prst="rect">
            <a:avLst/>
          </a:prstGeom>
          <a:solidFill>
            <a:srgbClr val="D5D5D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3407"/>
            <a:ext cx="86113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Feasibility: A Practical Approach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1916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Practicality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47126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Utilizes readily available, cost-effective hardware (webcams, laptops) and cloud services.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2388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Offline Capability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793790" y="5104328"/>
            <a:ext cx="6244709" cy="1326713"/>
          </a:xfrm>
          <a:prstGeom prst="roundRect">
            <a:avLst>
              <a:gd name="adj" fmla="val 7181"/>
            </a:avLst>
          </a:prstGeom>
          <a:solidFill>
            <a:srgbClr val="25252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448419"/>
            <a:ext cx="283488" cy="2268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0906" y="5387816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Edge-First: Ensures uninterrupted service; processes entry/exit even if cloud connection fails.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281916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Cost &amp; Scalability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7599521" y="3471267"/>
            <a:ext cx="6244709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Scalable: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Software updates expand capacity, avoiding costly physical construction or sensors.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Economical: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Reduces installation costs versus traditional, hardware-intensive IoT systems.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520624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Cloud-based registration automatically manages dynamic IPs for seamless operation.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571" y="593646"/>
            <a:ext cx="8143637" cy="43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OptiSlot Advantage: Optimized Space &amp; Cost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55571" y="1723311"/>
            <a:ext cx="2104906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Traditional Lot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6945" y="2084070"/>
            <a:ext cx="5464969" cy="30501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5571" y="5231844"/>
            <a:ext cx="8407718" cy="39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Fixed lines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Wastes space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513094" y="1249085"/>
            <a:ext cx="2104906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OptiSlot Allocation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713" y="1609844"/>
            <a:ext cx="2839998" cy="3786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13094" y="5494139"/>
            <a:ext cx="4369237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 "bin packing"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Maximizes space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 to 20% more capacity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55571" y="6260425"/>
            <a:ext cx="5729645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Infrastructure Cost Comparison (500 Slots)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755571" y="6741319"/>
            <a:ext cx="13119259" cy="617220"/>
          </a:xfrm>
          <a:prstGeom prst="roundRect">
            <a:avLst>
              <a:gd name="adj" fmla="val 954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63191" y="6748939"/>
            <a:ext cx="13104019" cy="3009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903446" y="6808589"/>
            <a:ext cx="6267688" cy="181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Traditional System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459266" y="6808589"/>
            <a:ext cx="6267688" cy="181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OptiSlot System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63191" y="7049929"/>
            <a:ext cx="13104019" cy="30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903446" y="7109579"/>
            <a:ext cx="6267688" cy="181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500 Sensors x ₹1,500 = ₹7,50,000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59266" y="7109579"/>
            <a:ext cx="6267688" cy="181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 Camera + 1 Server = ₹50,000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55571" y="7456170"/>
            <a:ext cx="13119259" cy="181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Significant cost reduction.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5795"/>
            <a:ext cx="10408206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Hybrid Verification Engine: 99% Accuracy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728549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Hybrid Verification Engine achieves 99% accuracy with a dual-approach, sensor-free system.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294930"/>
            <a:ext cx="646390" cy="646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197185"/>
            <a:ext cx="4772739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User Verification (70% of cases)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93790" y="3723918"/>
            <a:ext cx="6393418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 scan QR code at pillar.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Confirms exact parking spot.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Provides immediate, accurate occupancy data.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3073" y="2294930"/>
            <a:ext cx="646390" cy="6463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3073" y="3197185"/>
            <a:ext cx="6393537" cy="807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Automated Anomaly Detection (30% non-compliance)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7443073" y="4127897"/>
            <a:ext cx="6393537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Algorithm analyzes CCTV images.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Identifies unauthorized vehicles in unbooked spaces.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Updates map to prevent double-booking.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93790" y="5586413"/>
            <a:ext cx="4482108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Applications &amp; Impact</a:t>
            </a:r>
            <a:endParaRPr lang="en-US" sz="3350" dirty="0"/>
          </a:p>
        </p:txBody>
      </p:sp>
      <p:sp>
        <p:nvSpPr>
          <p:cNvPr id="11" name="Text 7"/>
          <p:cNvSpPr/>
          <p:nvPr/>
        </p:nvSpPr>
        <p:spPr>
          <a:xfrm>
            <a:off x="793790" y="6432233"/>
            <a:ext cx="13042821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Multi-level car parks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toll systems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Gated communities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693" y="613410"/>
            <a:ext cx="11328440" cy="697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OptiSlot Experience: Seamless Parking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693" y="1749266"/>
            <a:ext cx="13069014" cy="588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9356" y="2136069"/>
            <a:ext cx="2287045" cy="353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Entry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9356" y="2590022"/>
            <a:ext cx="2287045" cy="28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Driver arrives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5875" y="3595710"/>
            <a:ext cx="506574" cy="5065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11269" y="6546799"/>
            <a:ext cx="2299611" cy="353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Guidance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011269" y="7000752"/>
            <a:ext cx="2299611" cy="28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 directs to spot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7788" y="5442938"/>
            <a:ext cx="506574" cy="5065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48050" y="2092087"/>
            <a:ext cx="2287045" cy="353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Scan QR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248050" y="2546041"/>
            <a:ext cx="2287045" cy="28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registers stay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82267" y="3545445"/>
            <a:ext cx="506574" cy="50657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09962" y="6546799"/>
            <a:ext cx="2287046" cy="353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Exit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509962" y="7000752"/>
            <a:ext cx="2287046" cy="28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Driver leaves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06481" y="5442938"/>
            <a:ext cx="506574" cy="5065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4517"/>
            <a:ext cx="699897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Scope: Expanding Possibilities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1612940"/>
            <a:ext cx="317540" cy="3175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0156" y="1642705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Dynamic Pricing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50156" y="2007037"/>
            <a:ext cx="599563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Adjusts fees by demand, optimizes revenue &amp; space.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4613" y="1612940"/>
            <a:ext cx="317540" cy="3175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40980" y="1642705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Vehicle Locator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840980" y="2007037"/>
            <a:ext cx="599563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Guides drivers to parked vehicles, minimizing search time.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2445306"/>
            <a:ext cx="317540" cy="3175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50156" y="2475071"/>
            <a:ext cx="356830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Optimized Energy Management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50156" y="2839403"/>
            <a:ext cx="599563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Uses live data for lighting/ventilation control, reducing energy.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84613" y="2445306"/>
            <a:ext cx="317540" cy="3175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40980" y="2475071"/>
            <a:ext cx="24098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Predictive Availability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7840980" y="2839403"/>
            <a:ext cx="599563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Forecasts availability using data for proactive management.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3277672"/>
            <a:ext cx="317540" cy="3175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50156" y="3307437"/>
            <a:ext cx="244173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Security Alert System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250156" y="3671768"/>
            <a:ext cx="599563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Flags stolen/unauthorized vehicles via license plate recognition &amp; law enforcement.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84613" y="3277672"/>
            <a:ext cx="317540" cy="3175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840980" y="3307437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Automated Payment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7840980" y="3671768"/>
            <a:ext cx="599563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Seamless touchless payment upon exit (LPR/RFID).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793790" y="4270415"/>
            <a:ext cx="6637615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Optislot: Advancing Smart Parking Solutions</a:t>
            </a:r>
            <a:endParaRPr lang="en-US" sz="2500" dirty="0"/>
          </a:p>
        </p:txBody>
      </p:sp>
      <p:sp>
        <p:nvSpPr>
          <p:cNvPr id="22" name="Text 14"/>
          <p:cNvSpPr/>
          <p:nvPr/>
        </p:nvSpPr>
        <p:spPr>
          <a:xfrm>
            <a:off x="1031915" y="4958953"/>
            <a:ext cx="128046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Optislot's software-first architecture reduces hardware needs by 95%. This delivers cost efficiency, scalability, and environmental benefits.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793790" y="4833937"/>
            <a:ext cx="22860" cy="466011"/>
          </a:xfrm>
          <a:prstGeom prst="rect">
            <a:avLst/>
          </a:prstGeom>
          <a:solidFill>
            <a:srgbClr val="D5D5D8"/>
          </a:solidFill>
          <a:ln/>
        </p:spPr>
      </p:sp>
      <p:sp>
        <p:nvSpPr>
          <p:cNvPr id="24" name="Text 16"/>
          <p:cNvSpPr/>
          <p:nvPr/>
        </p:nvSpPr>
        <p:spPr>
          <a:xfrm>
            <a:off x="793790" y="5424964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welcome collaboration to enhance and modernize parking infrastructure.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793790" y="5807631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Reshekumar V</a:t>
            </a:r>
            <a:endParaRPr lang="en-US" sz="1850" dirty="0"/>
          </a:p>
        </p:txBody>
      </p:sp>
      <p:sp>
        <p:nvSpPr>
          <p:cNvPr id="26" name="Text 18"/>
          <p:cNvSpPr/>
          <p:nvPr/>
        </p:nvSpPr>
        <p:spPr>
          <a:xfrm>
            <a:off x="793790" y="6271974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Lead and Developer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793790" y="6654641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Connect</a:t>
            </a:r>
            <a:endParaRPr lang="en-US" sz="1850" dirty="0"/>
          </a:p>
        </p:txBody>
      </p:sp>
      <p:sp>
        <p:nvSpPr>
          <p:cNvPr id="28" name="Text 20"/>
          <p:cNvSpPr/>
          <p:nvPr/>
        </p:nvSpPr>
        <p:spPr>
          <a:xfrm>
            <a:off x="793790" y="7118985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u="sng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| </a:t>
            </a:r>
            <a:pPr algn="l" indent="0" marL="0">
              <a:lnSpc>
                <a:spcPts val="1700"/>
              </a:lnSpc>
              <a:buNone/>
            </a:pPr>
            <a:r>
              <a:rPr lang="en-US" sz="1250" u="sng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vrk1711@gmail.com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| </a:t>
            </a:r>
            <a:pPr algn="l" indent="0" marL="0">
              <a:lnSpc>
                <a:spcPts val="1700"/>
              </a:lnSpc>
              <a:buNone/>
            </a:pPr>
            <a:r>
              <a:rPr lang="en-US" sz="1250" u="sng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Portfolio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2026-02-13T08:29:33Z</dcterms:created>
  <dcterms:modified xsi:type="dcterms:W3CDTF">2026-02-13T08:29:33Z</dcterms:modified>
</cp:coreProperties>
</file>